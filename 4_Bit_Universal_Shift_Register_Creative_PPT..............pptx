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8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8D2DC"/>
                </a:solidFill>
              </a:defRPr>
            </a:pPr>
            <a:r>
              <a:t>DIGITAL LOGIC •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49807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8FC"/>
                </a:solidFill>
              </a:defRPr>
            </a:pPr>
            <a:r>
              <a:t>4-BIT UNIVERSAL</a:t>
            </a:r>
            <a:br/>
            <a:r>
              <a:t>SHIFT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AAB9CD"/>
                </a:solidFill>
              </a:defRPr>
            </a:pPr>
            <a:r>
              <a:t>Design • Logic Gates •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828800"/>
            <a:ext cx="731520" cy="7315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C"/>
                </a:solidFill>
              </a:defRPr>
            </a:pPr>
            <a:r>
              <a:t>Q0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28800"/>
            <a:ext cx="731520" cy="7315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C"/>
                </a:solidFill>
              </a:defRPr>
            </a:pPr>
            <a:r>
              <a:t>Q1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1828800"/>
            <a:ext cx="731520" cy="7315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C"/>
                </a:solidFill>
              </a:defRPr>
            </a:pPr>
            <a:r>
              <a:t>Q2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55680" y="1828800"/>
            <a:ext cx="731520" cy="73152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C"/>
                </a:solidFill>
              </a:defRPr>
            </a:pPr>
            <a: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280596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F5F8FC"/>
                </a:solidFill>
              </a:defRPr>
            </a:pPr>
            <a:r>
              <a:t>Presented by</a:t>
            </a:r>
            <a:r>
              <a:rPr/>
              <a:t>: </a:t>
            </a:r>
            <a:r>
              <a:rPr smtClean="0"/>
              <a:t>_</a:t>
            </a:r>
            <a:r>
              <a:rPr lang="en-US" u="sng" dirty="0" smtClean="0"/>
              <a:t>K.GOUTHAM</a:t>
            </a:r>
            <a:r>
              <a:rPr smtClean="0"/>
              <a:t>_</a:t>
            </a:r>
            <a:r>
              <a:t/>
            </a:r>
            <a:br/>
            <a:r>
              <a:t>Roll No</a:t>
            </a:r>
            <a:r>
              <a:rPr/>
              <a:t>: </a:t>
            </a:r>
            <a:r>
              <a:rPr lang="en-US" dirty="0" smtClean="0"/>
              <a:t>_</a:t>
            </a:r>
            <a:r>
              <a:rPr lang="en-US" u="sng" dirty="0" smtClean="0"/>
              <a:t>2620090025</a:t>
            </a:r>
            <a:r>
              <a:rPr smtClean="0"/>
              <a:t>_</a:t>
            </a:r>
            <a:endParaRPr/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What is a Shift Register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A shift register stores binary data using flip-flops.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A 4-bit register can store four bits: Q3 Q2 Q1 Q0.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On each clock pulse, the stored data can move or be replaced.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It is widely used in digital systems for storage and data transfer.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Why “Universal”?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One circuit can perform four useful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Hold the current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Shift data right or shift data left.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Load four new bits simultaneously using parallel inputs.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The Four Modes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2423160" cy="150876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8FC"/>
                </a:solidFill>
              </a:defRPr>
            </a:pPr>
            <a:r>
              <a:t>00</a:t>
            </a:r>
            <a:br/>
            <a:r>
              <a:t>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1828800"/>
            <a:ext cx="2423160" cy="150876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8FC"/>
                </a:solidFill>
              </a:defRPr>
            </a:pPr>
            <a:r>
              <a:t>01</a:t>
            </a:r>
            <a:br/>
            <a:r>
              <a:t>SHIFT 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423160" cy="150876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8FC"/>
                </a:solidFill>
              </a:defRPr>
            </a:pPr>
            <a:r>
              <a:t>10</a:t>
            </a:r>
            <a:br/>
            <a:r>
              <a:t>SHIFT LEFT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19" y="1828800"/>
            <a:ext cx="2423160" cy="150876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5F8FC"/>
                </a:solidFill>
              </a:defRPr>
            </a:pPr>
            <a:r>
              <a:t>11</a:t>
            </a:r>
            <a:br/>
            <a:r>
              <a:t>PARALLEL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AB9CD"/>
                </a:solidFill>
              </a:defRPr>
            </a:pPr>
            <a:r>
              <a:rPr smtClean="0"/>
              <a:t>S1 S0</a:t>
            </a:r>
            <a:endParaRPr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Inside the 4-Bit Register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Four D flip-flops form the storage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Each flip-flop stores one binary bit.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All flip-flops share the same clock.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Logic gates choose the next value for each D input.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Logic-Gate Idea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AND gates enable the required data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OR gates combine the selected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NOT gates provide the required complementary control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Together, the gates behave like a 4-to-1 data selector for each flip-flop.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Control 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05840" y="1505242"/>
          <a:ext cx="10093568" cy="427658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523392"/>
                <a:gridCol w="2421876"/>
                <a:gridCol w="2624908"/>
                <a:gridCol w="2523392"/>
              </a:tblGrid>
              <a:tr h="855316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</a:t>
                      </a:r>
                    </a:p>
                  </a:txBody>
                  <a:tcPr anchor="ctr"/>
                </a:tc>
              </a:tr>
              <a:tr h="85531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change</a:t>
                      </a:r>
                    </a:p>
                  </a:txBody>
                  <a:tcPr anchor="ctr"/>
                </a:tc>
              </a:tr>
              <a:tr h="85531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Shift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Bits move to the right</a:t>
                      </a:r>
                    </a:p>
                  </a:txBody>
                  <a:tcPr anchor="ctr"/>
                </a:tc>
              </a:tr>
              <a:tr h="85531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Shift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Bits move to the left</a:t>
                      </a:r>
                    </a:p>
                  </a:txBody>
                  <a:tcPr anchor="ctr"/>
                </a:tc>
              </a:tr>
              <a:tr h="85531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Parallel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Loads 4-bit data at once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Simulation: A Simple Run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Start with register = 1011.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Select SHIFT RIGHT and apply a clock pulse → 0101*.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Select PARALLEL LOAD with 1100 → register becomes 1100.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Select HOLD → register stays 1100.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*Example assumes serial input 0.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How to Verify the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1. Set S1 and S0.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2. Apply the required parallel or serial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3. Give one clock pulse.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4. Observe Q3, Q2, Q1 and Q0.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5. Compare the result with the selected mode.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Real-World Applications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Serial-to-parallel and parallel-to-serial data transfer.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Temporary data storage in digital circuits.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Data movement inside processors and controllers.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Communication and signal-processing systems.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Key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807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4 flip-flops = 4 bits of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951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Two control lines select four operating modes.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95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Logic gates decide which data reaches each flip-flop.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The clock controls when the selected data is stored.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8D2DC"/>
                </a:solidFill>
              </a:defRPr>
            </a:pPr>
            <a: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38344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8FC"/>
                </a:solidFill>
              </a:defRPr>
            </a:pPr>
            <a:r>
              <a:t>The same hardware can perform several data-transfer operations.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8D2DC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</a:defRPr>
            </a:pPr>
            <a: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987552"/>
            <a:ext cx="11064240" cy="0"/>
          </a:xfrm>
          <a:prstGeom prst="line">
            <a:avLst/>
          </a:prstGeom>
          <a:ln w="19050">
            <a:solidFill>
              <a:srgbClr val="785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8FC"/>
                </a:solidFill>
              </a:defRPr>
            </a:pPr>
            <a:r>
              <a:t>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286000" cy="109728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8FC"/>
                </a:solidFill>
              </a:defRPr>
            </a:pPr>
            <a:r>
              <a:t>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286000" cy="109728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8FC"/>
                </a:solidFill>
              </a:defRPr>
            </a:pPr>
            <a:r>
              <a:t>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2011680" cy="1097280"/>
          </a:xfrm>
          <a:prstGeom prst="roundRect">
            <a:avLst/>
          </a:prstGeom>
          <a:solidFill>
            <a:srgbClr val="162744"/>
          </a:solidFill>
          <a:ln w="19050">
            <a:solidFill>
              <a:srgbClr val="78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8FC"/>
                </a:solidFill>
              </a:defRPr>
            </a:pPr>
            <a: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F5F8FC"/>
                </a:solidFill>
              </a:defRPr>
            </a:pPr>
            <a:r>
              <a:t>A compact circuit with multiple capabilities — controlled by just two mode-select inputs and a clock.</a:t>
            </a:r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78302" y="2461846"/>
            <a:ext cx="124499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8D2DC"/>
                </a:solidFill>
              </a:defRPr>
            </a:pPr>
            <a:r>
              <a:rPr sz="9600"/>
              <a:t>THANK YOU</a:t>
            </a: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474</Words>
  <Application>Microsoft Macintosh PowerPoint</Application>
  <PresentationFormat>Custom</PresentationFormat>
  <Paragraphs>131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COMPAQ</dc:creator>
  <dc:description>generated using python-pptx</dc:description>
  <cp:lastModifiedBy>COMPAQ</cp:lastModifiedBy>
  <cp:revision>6</cp:revision>
  <dcterms:created xsi:type="dcterms:W3CDTF">2013-01-27T09:14:16Z</dcterms:created>
  <dcterms:modified xsi:type="dcterms:W3CDTF">2026-09-11T05:55:37Z</dcterms:modified>
</cp:coreProperties>
</file>